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954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691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6805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4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135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481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519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852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75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179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661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054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960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3647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6097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557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641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6DB258B-82B0-42A8-8163-8F3D8D09C60E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5E162-3725-4017-B11A-7EFE949576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80245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674BE-63C8-4995-AEC3-BBFD404227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Файловая система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7E41C-CDEC-4A24-8390-A44273163E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Утяшев группа 0907-34</a:t>
            </a:r>
          </a:p>
        </p:txBody>
      </p:sp>
    </p:spTree>
    <p:extLst>
      <p:ext uri="{BB962C8B-B14F-4D97-AF65-F5344CB8AC3E}">
        <p14:creationId xmlns:p14="http://schemas.microsoft.com/office/powerpoint/2010/main" val="173286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2B546B9-FADE-436A-ABE4-A853CD3B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Описание файловой системы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20122E-278F-40EC-BF4C-E34647B7A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Эта файловая система является текстовым файлом</a:t>
            </a:r>
            <a:r>
              <a:rPr lang="en-US" dirty="0"/>
              <a:t>, </a:t>
            </a:r>
            <a:r>
              <a:rPr lang="ru-RU" dirty="0"/>
              <a:t>хранящим в себе другие логические файлы.</a:t>
            </a:r>
          </a:p>
          <a:p>
            <a:pPr marL="0" indent="0">
              <a:buNone/>
            </a:pPr>
            <a:r>
              <a:rPr lang="ru-RU" dirty="0"/>
              <a:t>Файл состоит из: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Названия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Содержимого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Разделителя(строка, начинающаяся с </a:t>
            </a:r>
            <a:r>
              <a:rPr lang="en-US" dirty="0"/>
              <a:t>/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dirty="0"/>
              <a:t>Можно добавлять, удалять, менять и просматривать файлы внутри данной системы.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2082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4BBFE-5718-41C6-914C-3B8555E9D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файловой системы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AB82D-746E-40B8-A3CE-2C8498DD4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spcBef>
                <a:spcPts val="1191"/>
              </a:spcBef>
              <a:spcAft>
                <a:spcPts val="992"/>
              </a:spcAft>
              <a:buFont typeface="+mj-lt"/>
              <a:buAutoNum type="arabicParenR"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Открытие —</a:t>
            </a:r>
            <a:r>
              <a:rPr lang="ru-RU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создать или открыть </a:t>
            </a: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файловую систему.</a:t>
            </a:r>
          </a:p>
          <a:p>
            <a:pPr marL="457200" lvl="0" indent="-457200">
              <a:spcBef>
                <a:spcPts val="1191"/>
              </a:spcBef>
              <a:spcAft>
                <a:spcPts val="992"/>
              </a:spcAft>
              <a:buFont typeface="+mj-lt"/>
              <a:buAutoNum type="arabicParenR"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Просмотр — показать содержимое файла.</a:t>
            </a:r>
          </a:p>
          <a:p>
            <a:pPr marL="457200" lvl="0" indent="-457200">
              <a:spcBef>
                <a:spcPts val="1191"/>
              </a:spcBef>
              <a:spcAft>
                <a:spcPts val="992"/>
              </a:spcAft>
              <a:buFont typeface="+mj-lt"/>
              <a:buAutoNum type="arabicParenR"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Удаление — удалить файл.</a:t>
            </a:r>
          </a:p>
          <a:p>
            <a:pPr marL="457200" indent="-457200">
              <a:spcBef>
                <a:spcPts val="1191"/>
              </a:spcBef>
              <a:spcAft>
                <a:spcPts val="992"/>
              </a:spcAft>
              <a:buFont typeface="+mj-lt"/>
              <a:buAutoNum type="arabicParenR"/>
            </a:pPr>
            <a:r>
              <a:rPr lang="ru-RU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Изменение — заменить содержимое существующего файла.</a:t>
            </a:r>
          </a:p>
          <a:p>
            <a:pPr marL="457200" lvl="0" indent="-457200">
              <a:spcBef>
                <a:spcPts val="1191"/>
              </a:spcBef>
              <a:spcAft>
                <a:spcPts val="992"/>
              </a:spcAft>
              <a:buFont typeface="+mj-lt"/>
              <a:buAutoNum type="arabicParenR"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Добавление — записать новый файл с содержимым.</a:t>
            </a:r>
          </a:p>
          <a:p>
            <a:pPr marL="457200" indent="-457200">
              <a:buFont typeface="+mj-lt"/>
              <a:buAutoNum type="arabicParenR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8156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008D0-4D5A-48AE-BFDC-73933DF7A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Библиотека </a:t>
            </a:r>
            <a:r>
              <a:rPr lang="en-US" dirty="0" err="1"/>
              <a:t>filesystem.h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2820A-CBA7-49BA-8B5E-C82E20A69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132641" cy="4195481"/>
          </a:xfrm>
        </p:spPr>
        <p:txBody>
          <a:bodyPr/>
          <a:lstStyle/>
          <a:p>
            <a:pPr marL="0" lvl="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</a:t>
            </a: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ilesystem.c</a:t>
            </a:r>
            <a:r>
              <a:rPr lang="en-US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предоставляется как библиотека с заголовочным файлом filesystem.h.</a:t>
            </a:r>
          </a:p>
          <a:p>
            <a:pPr marL="0" lvl="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Её можно подключить к </a:t>
            </a: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своему проекту с помощью: </a:t>
            </a:r>
          </a:p>
          <a:p>
            <a:pPr marL="0" lvl="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#include "filesystem.h"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3868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F4D3C-A18D-4EA0-A1CA-55C0888A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команд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3A685-7DFD-4B5D-A93F-6C3D66D10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lvl="0" indent="-457200">
              <a:spcBef>
                <a:spcPts val="1191"/>
              </a:spcBef>
              <a:spcAft>
                <a:spcPts val="992"/>
              </a:spcAft>
              <a:buFont typeface="+mj-lt"/>
              <a:buAutoNum type="arabicParenR"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создать &lt;имя_файла&gt; — создать файл</a:t>
            </a:r>
          </a:p>
          <a:p>
            <a:pPr marL="0" lvl="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создать te</a:t>
            </a:r>
            <a:r>
              <a:rPr lang="en-US" sz="2000" kern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xt</a:t>
            </a: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.txt</a:t>
            </a:r>
          </a:p>
          <a:p>
            <a:pPr marL="0" lvl="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Введите содержимое:</a:t>
            </a:r>
          </a:p>
          <a:p>
            <a:pPr marL="0" lvl="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Привет</a:t>
            </a:r>
            <a:r>
              <a:rPr lang="ru-RU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меня зовут 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&lt;</a:t>
            </a:r>
            <a:r>
              <a:rPr lang="ru-RU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ваше имя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&gt;</a:t>
            </a:r>
            <a:endParaRPr lang="ru-RU" sz="2000" kern="1200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/end</a:t>
            </a:r>
          </a:p>
          <a:p>
            <a:pPr marL="457200" lvl="0" indent="-457200">
              <a:spcBef>
                <a:spcPts val="1191"/>
              </a:spcBef>
              <a:spcAft>
                <a:spcPts val="992"/>
              </a:spcAft>
              <a:buFont typeface="+mj-lt"/>
              <a:buAutoNum type="arabicParenR" startAt="2"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изменить te</a:t>
            </a:r>
            <a:r>
              <a:rPr lang="en-US" sz="2000" kern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xt</a:t>
            </a: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.txt</a:t>
            </a:r>
          </a:p>
          <a:p>
            <a:pPr marL="0" lvl="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Новое содержимое:</a:t>
            </a:r>
          </a:p>
          <a:p>
            <a:pPr marL="0" lvl="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Пока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/end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2282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14E6C-5689-419D-BD62-229F48F74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Логотип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E307C3-9537-49F2-8CB1-8B6BD4B64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459" y="1528855"/>
            <a:ext cx="4715082" cy="4715082"/>
          </a:xfrm>
        </p:spPr>
      </p:pic>
    </p:spTree>
    <p:extLst>
      <p:ext uri="{BB962C8B-B14F-4D97-AF65-F5344CB8AC3E}">
        <p14:creationId xmlns:p14="http://schemas.microsoft.com/office/powerpoint/2010/main" val="33077612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98</TotalTime>
  <Words>161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Liberation Sans</vt:lpstr>
      <vt:lpstr>Wingdings 3</vt:lpstr>
      <vt:lpstr>Ion</vt:lpstr>
      <vt:lpstr>Файловая система</vt:lpstr>
      <vt:lpstr>Описание файловой системы</vt:lpstr>
      <vt:lpstr>Функции файловой системы</vt:lpstr>
      <vt:lpstr>Библиотека filesystem.h</vt:lpstr>
      <vt:lpstr>Использование команд</vt:lpstr>
      <vt:lpstr>Логотип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Файловая система</dc:title>
  <dc:creator>Amir Utyashev</dc:creator>
  <cp:lastModifiedBy>Amir Utyashev</cp:lastModifiedBy>
  <cp:revision>5</cp:revision>
  <dcterms:created xsi:type="dcterms:W3CDTF">2025-05-21T20:39:16Z</dcterms:created>
  <dcterms:modified xsi:type="dcterms:W3CDTF">2025-05-21T22:17:58Z</dcterms:modified>
</cp:coreProperties>
</file>